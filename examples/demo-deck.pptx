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24384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857250"/>
            <a:ext cx="1905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6B7280"/>
                </a:solidFill>
                <a:latin typeface="Nanum Gothic"/>
                <a:ea typeface="Nanum Gothic"/>
              </a:rPr>
              <a:t>데모용 예시 덱 · 가상의 내용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0" y="2381250"/>
            <a:ext cx="228600" cy="3619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381250"/>
            <a:ext cx="19050000" cy="186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0" b="1">
                <a:solidFill>
                  <a:srgbClr val="1F2937"/>
                </a:solidFill>
                <a:latin typeface="Nanum Gothic"/>
                <a:ea typeface="Nanum Gothic"/>
              </a:rPr>
              <a:t>LiveCast HUD는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000500"/>
            <a:ext cx="19050000" cy="186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0" b="1">
                <a:solidFill>
                  <a:srgbClr val="1F2937"/>
                </a:solidFill>
                <a:latin typeface="Nanum Gothic"/>
                <a:ea typeface="Nanum Gothic"/>
              </a:rPr>
              <a:t>이렇게 작동합니다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667500"/>
            <a:ext cx="19050000" cy="847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0">
                <a:solidFill>
                  <a:srgbClr val="0F766E"/>
                </a:solidFill>
                <a:latin typeface="Nanum Gothic"/>
                <a:ea typeface="Nanum Gothic"/>
              </a:rPr>
              <a:t>한국어 발표에 실시간 영어 자막을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857250"/>
            <a:ext cx="1905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6B7280"/>
                </a:solidFill>
                <a:latin typeface="Nanum Gothic"/>
                <a:ea typeface="Nanum Gothic"/>
              </a:rPr>
              <a:t>데모용 예시 덱 · 가상의 내용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4000" y="1619250"/>
            <a:ext cx="3429000" cy="800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4000" y="1809750"/>
            <a:ext cx="34290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Nanum Gothic"/>
                <a:ea typeface="Nanum Gothic"/>
              </a:rPr>
              <a:t>1  듣기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0" y="1619250"/>
            <a:ext cx="3429000" cy="800100"/>
          </a:xfrm>
          <a:prstGeom prst="roundRect">
            <a:avLst>
              <a:gd name="adj" fmla="val 50000"/>
            </a:avLst>
          </a:prstGeom>
          <a:solidFill>
            <a:srgbClr val="E5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0" y="1809750"/>
            <a:ext cx="34290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300" b="0">
                <a:solidFill>
                  <a:srgbClr val="6B7280"/>
                </a:solidFill>
                <a:latin typeface="Nanum Gothic"/>
                <a:ea typeface="Nanum Gothic"/>
              </a:rPr>
              <a:t>2  맞추기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619250"/>
            <a:ext cx="3429000" cy="800100"/>
          </a:xfrm>
          <a:prstGeom prst="roundRect">
            <a:avLst>
              <a:gd name="adj" fmla="val 50000"/>
            </a:avLst>
          </a:prstGeom>
          <a:solidFill>
            <a:srgbClr val="E5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809750"/>
            <a:ext cx="34290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300" b="0">
                <a:solidFill>
                  <a:srgbClr val="6B7280"/>
                </a:solidFill>
                <a:latin typeface="Nanum Gothic"/>
                <a:ea typeface="Nanum Gothic"/>
              </a:rPr>
              <a:t>3  보여주기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3143250"/>
            <a:ext cx="19050000" cy="186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0" b="1">
                <a:solidFill>
                  <a:srgbClr val="1F2937"/>
                </a:solidFill>
                <a:latin typeface="Nanum Gothic"/>
                <a:ea typeface="Nanum Gothic"/>
              </a:rPr>
              <a:t>1  듣기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5524500"/>
            <a:ext cx="19050000" cy="847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0">
                <a:solidFill>
                  <a:srgbClr val="1F2937"/>
                </a:solidFill>
                <a:latin typeface="Nanum Gothic"/>
                <a:ea typeface="Nanum Gothic"/>
              </a:rPr>
              <a:t>•  발표 음성을 한국어 문장으로 인식합니다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6667500"/>
            <a:ext cx="19050000" cy="847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0">
                <a:solidFill>
                  <a:srgbClr val="1F2937"/>
                </a:solidFill>
                <a:latin typeface="Nanum Gothic"/>
                <a:ea typeface="Nanum Gothic"/>
              </a:rPr>
              <a:t>•  마이크 또는 오디오 파일을 입력으로 씁니다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857250"/>
            <a:ext cx="1905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6B7280"/>
                </a:solidFill>
                <a:latin typeface="Nanum Gothic"/>
                <a:ea typeface="Nanum Gothic"/>
              </a:rPr>
              <a:t>데모용 예시 덱 · 가상의 내용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4000" y="1619250"/>
            <a:ext cx="3429000" cy="800100"/>
          </a:xfrm>
          <a:prstGeom prst="roundRect">
            <a:avLst>
              <a:gd name="adj" fmla="val 50000"/>
            </a:avLst>
          </a:prstGeom>
          <a:solidFill>
            <a:srgbClr val="E5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4000" y="1809750"/>
            <a:ext cx="34290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300" b="0">
                <a:solidFill>
                  <a:srgbClr val="6B7280"/>
                </a:solidFill>
                <a:latin typeface="Nanum Gothic"/>
                <a:ea typeface="Nanum Gothic"/>
              </a:rPr>
              <a:t>1  듣기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0" y="1619250"/>
            <a:ext cx="3429000" cy="800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0" y="1809750"/>
            <a:ext cx="34290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Nanum Gothic"/>
                <a:ea typeface="Nanum Gothic"/>
              </a:rPr>
              <a:t>2  맞추기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619250"/>
            <a:ext cx="3429000" cy="800100"/>
          </a:xfrm>
          <a:prstGeom prst="roundRect">
            <a:avLst>
              <a:gd name="adj" fmla="val 50000"/>
            </a:avLst>
          </a:prstGeom>
          <a:solidFill>
            <a:srgbClr val="E5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809750"/>
            <a:ext cx="34290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300" b="0">
                <a:solidFill>
                  <a:srgbClr val="6B7280"/>
                </a:solidFill>
                <a:latin typeface="Nanum Gothic"/>
                <a:ea typeface="Nanum Gothic"/>
              </a:rPr>
              <a:t>3  보여주기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3143250"/>
            <a:ext cx="19050000" cy="186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0" b="1">
                <a:solidFill>
                  <a:srgbClr val="1F2937"/>
                </a:solidFill>
                <a:latin typeface="Nanum Gothic"/>
                <a:ea typeface="Nanum Gothic"/>
              </a:rPr>
              <a:t>2  맞추기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5524500"/>
            <a:ext cx="19050000" cy="847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0">
                <a:solidFill>
                  <a:srgbClr val="1F2937"/>
                </a:solidFill>
                <a:latin typeface="Nanum Gothic"/>
                <a:ea typeface="Nanum Gothic"/>
              </a:rPr>
              <a:t>•  준비한 대본의 영어를 그대로 보여 줍니다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6667500"/>
            <a:ext cx="19050000" cy="847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0">
                <a:solidFill>
                  <a:srgbClr val="1F2937"/>
                </a:solidFill>
                <a:latin typeface="Nanum Gothic"/>
                <a:ea typeface="Nanum Gothic"/>
              </a:rPr>
              <a:t>•  용어집으로 이름과 용어를 고정합니다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0" y="857250"/>
            <a:ext cx="1905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6B7280"/>
                </a:solidFill>
                <a:latin typeface="Nanum Gothic"/>
                <a:ea typeface="Nanum Gothic"/>
              </a:rPr>
              <a:t>데모용 예시 덱 · 가상의 내용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24000" y="1619250"/>
            <a:ext cx="3429000" cy="800100"/>
          </a:xfrm>
          <a:prstGeom prst="roundRect">
            <a:avLst>
              <a:gd name="adj" fmla="val 50000"/>
            </a:avLst>
          </a:prstGeom>
          <a:solidFill>
            <a:srgbClr val="E5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4000" y="1809750"/>
            <a:ext cx="34290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300" b="0">
                <a:solidFill>
                  <a:srgbClr val="6B7280"/>
                </a:solidFill>
                <a:latin typeface="Nanum Gothic"/>
                <a:ea typeface="Nanum Gothic"/>
              </a:rPr>
              <a:t>1  듣기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34000" y="1619250"/>
            <a:ext cx="3429000" cy="800100"/>
          </a:xfrm>
          <a:prstGeom prst="roundRect">
            <a:avLst>
              <a:gd name="adj" fmla="val 50000"/>
            </a:avLst>
          </a:prstGeom>
          <a:solidFill>
            <a:srgbClr val="E5E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0" y="1809750"/>
            <a:ext cx="34290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300" b="0">
                <a:solidFill>
                  <a:srgbClr val="6B7280"/>
                </a:solidFill>
                <a:latin typeface="Nanum Gothic"/>
                <a:ea typeface="Nanum Gothic"/>
              </a:rPr>
              <a:t>2  맞추기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619250"/>
            <a:ext cx="3429000" cy="800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809750"/>
            <a:ext cx="3429000" cy="581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  <a:latin typeface="Nanum Gothic"/>
                <a:ea typeface="Nanum Gothic"/>
              </a:rPr>
              <a:t>3  보여주기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3143250"/>
            <a:ext cx="19050000" cy="186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0" b="1">
                <a:solidFill>
                  <a:srgbClr val="1F2937"/>
                </a:solidFill>
                <a:latin typeface="Nanum Gothic"/>
                <a:ea typeface="Nanum Gothic"/>
              </a:rPr>
              <a:t>3  보여주기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5524500"/>
            <a:ext cx="19050000" cy="847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0">
                <a:solidFill>
                  <a:srgbClr val="1F2937"/>
                </a:solidFill>
                <a:latin typeface="Nanum Gothic"/>
                <a:ea typeface="Nanum Gothic"/>
              </a:rPr>
              <a:t>•  전체 화면 슬라이드 위에 얇은 자막 바를 띄웁니다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6667500"/>
            <a:ext cx="19050000" cy="847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0">
                <a:solidFill>
                  <a:srgbClr val="1F2937"/>
                </a:solidFill>
                <a:latin typeface="Nanum Gothic"/>
                <a:ea typeface="Nanum Gothic"/>
              </a:rPr>
              <a:t>•  클릭은 그대로 통과해서 발표 조작을 방해하지 않습니다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LiveCast HUD demo deck (made-up content)</dc:title>
  <dc:subject/>
  <dc:creator>LiveCast HUD</dc:creator>
  <cp:keywords/>
  <dc:description/>
  <cp:lastModifiedBy>LiveCast HUD</cp:lastModifiedBy>
  <cp:revision>1</cp:revision>
  <dcterms:created xsi:type="dcterms:W3CDTF">2026-01-01T00:00:00Z</dcterms:created>
  <dcterms:modified xsi:type="dcterms:W3CDTF">2026-01-01T00:00:00Z</dcterms:modified>
  <cp:category/>
</cp:coreProperties>
</file>